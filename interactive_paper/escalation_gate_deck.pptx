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8B0B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B0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B0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6E7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6E7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Local only
3.0 s</c:v>
                  </c:pt>
                  <c:pt idx="1">
                    <c:v>Own thinking mode
22.4 s</c:v>
                  </c:pt>
                  <c:pt idx="2">
                    <c:v>Gated escalation @ 33%
6.5 s</c:v>
                  </c:pt>
                  <c:pt idx="3">
                    <c:v>Gated escalation @ 50%
7.0 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0.588</c:v>
                </c:pt>
                <c:pt idx="1">
                  <c:v>0.637</c:v>
                </c:pt>
                <c:pt idx="2">
                  <c:v>0.787</c:v>
                </c:pt>
                <c:pt idx="3">
                  <c:v>0.858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D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12700" cap="flat">
              <a:solidFill>
                <a:srgbClr val="E4E4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676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Talker = small on-device duplex model. Thinker = cloud expert. The gate decides which one answers, before the talker says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234440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when to hand off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94360" y="2057400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zero-training escalation gate for a full-duplex speech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" y="2542032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MiniCPM-o 4.5  ·  9B on-device talker      gpt-5.5  ·  cloud expert      parts 1 and 2 complete  ·  August 2026</a:t>
            </a:r>
            <a:endParaRPr lang="en-US" sz="1200" dirty="0"/>
          </a:p>
        </p:txBody>
      </p:sp>
      <p:pic>
        <p:nvPicPr>
          <p:cNvPr id="5" name="Image 0" descr="C:/Users/rhe95/AppData/Local/Temp/claude/F--Claude-Proj-minimcp-test/ff873341-bd31-4521-a8a1-277acf951a14/scratchpad/crops/live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3401568"/>
            <a:ext cx="10607040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" y="55961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recorded live session: the gate fires 22 ms after the user stops speaking, the cloud answer arrives while the talker is still stalling, and the user hears a single continuous voice.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gate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linear probe on a hidden state the forward pass is already computing.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10002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layer 22 of 36 at the end of the user's turn — last-token position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4096-d dot product gives one score: 0.020 s on text, 0.045 s on audio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lands before the first output token (first token at 0.036 s)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 quantile is the budget knob: conservative / balanced / aggressive</a:t>
            </a:r>
            <a:endParaRPr lang="en-US" sz="1500" dirty="0"/>
          </a:p>
        </p:txBody>
      </p:sp>
      <p:pic>
        <p:nvPicPr>
          <p:cNvPr id="5" name="Image 0" descr="C:/Users/rhe95/AppData/Local/Temp/claude/F--Claude-Proj-minimcp-test/ff873341-bd31-4521-a8a1-277acf951a14/scratchpad/crops/fork_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200400"/>
            <a:ext cx="11000232" cy="18928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30352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H100, CUDA-synced. The cloud call launches while the last 43% of prefill is still running, so the talker never waits on the gate.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gate is trained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steps, no gradient step on the 9B model.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48132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frozen queries, public benchmarks only — SimpleQA, MMLU-Pro, TriviaQA, dolly + alpaca, GSM8K / MATH-500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94360" y="226771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26771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talker once per query; store the layer-22 hidden state (4096-d) and the answer it gave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305409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054096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judge scores the answer against the reference: local model failed = 1, succeeded = 0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" y="384048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(C = 0.001) on 360 calibration queries, 5-fold out-of-fold — seconds on CPU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4360" y="462686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62686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= a quantile of the score; the 240 test queries are never touched again</a:t>
            </a:r>
            <a:endParaRPr lang="en-US" sz="1350" dirty="0"/>
          </a:p>
        </p:txBody>
      </p:sp>
      <p:pic>
        <p:nvPicPr>
          <p:cNvPr id="14" name="Image 0" descr="C:/Users/rhe95/AppData/Local/Temp/claude/F--Claude-Proj-minimcp-test/ff873341-bd31-4521-a8a1-277acf951a14/scratchpad/crops/receipt_a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417320"/>
            <a:ext cx="4846320" cy="3794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720840" y="528523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labels, same fitted machinery, three inputs. The audio gate reaches 0.800 test accuracy against a 0.512 majority baseline; a router trained on the query text alone stays at its baseline.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" y="553212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rate on the live curve: 12% / 32% / 52%.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gate buys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live full-duplex sessions per arm; scored on what the user would have heard.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0.440 → 0.688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2103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heard accuracy, local-only floor to the aggressive arm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926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+0.248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3429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52% of turns escalated (0.569 at 32%)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4251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 s → 4.2 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47548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 total response, query end to answer done</a:t>
            </a:r>
            <a:endParaRPr lang="en-US" sz="1250" dirty="0"/>
          </a:p>
        </p:txBody>
      </p:sp>
      <p:pic>
        <p:nvPicPr>
          <p:cNvPr id="10" name="Image 0" descr="F:/Claude_Proj/minimcp_test/interactive_paper/figures/fair_pareto_lat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371600"/>
            <a:ext cx="6583680" cy="41696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0" y="561441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Speakable subset, n = 218, paired bootstrap (10 k). Balanced and aggressive arms are significant against the floor.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transfers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probe, same frozen thresholds, external speech benchmarks — nothing refitted.</a:t>
            </a:r>
            <a:endParaRPr lang="en-US" sz="1400" dirty="0"/>
          </a:p>
        </p:txBody>
      </p:sp>
      <p:pic>
        <p:nvPicPr>
          <p:cNvPr id="4" name="Image 0" descr="F:/Claude_Proj/minimcp_test/interactive_paper/figures/striviaqa_pa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5257800" cy="3374136"/>
          </a:xfrm>
          <a:prstGeom prst="rect">
            <a:avLst/>
          </a:prstGeom>
        </p:spPr>
      </p:pic>
      <p:pic>
        <p:nvPicPr>
          <p:cNvPr id="5" name="Image 1" descr="F:/Claude_Proj/minimcp_test/interactive_paper/figures/sdqa_pare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481328"/>
            <a:ext cx="5257800" cy="337413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360" y="49377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TriviaQA:  0.620 → 0.784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336792" y="49377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SD-QA, real human speech:  0.495 → 0.720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94360" y="5349240"/>
            <a:ext cx="11000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WebQuestions: 0.412 → 0.604 · escalation precision lift ×1.33 on all four pools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real human speech the escalated turns come back right 0.82–0.84 of the time; expert round trip 3.1–3.4 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Escalating beats thinking harder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ships its own thinking mode; handing off wins on both axes.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463040"/>
          <a:ext cx="7772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86968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6E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+0.150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86968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over the model's own thinking mode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86968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5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3.4× faster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86968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latency at the same time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869680" y="4297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split, n = 240. Latency is measured per query: local decode, thinking-mode decode, or cloud round trip.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571500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parts 1 and 2 complete · live loop, conflict injection and external benchmarks all measured · ≈ $420 spent · the 9B model was never trained.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why layer 22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sweep: 36 layers × 2 pooling positions × 5 models.</a:t>
            </a:r>
            <a:endParaRPr lang="en-US" sz="1400" dirty="0"/>
          </a:p>
        </p:txBody>
      </p:sp>
      <p:pic>
        <p:nvPicPr>
          <p:cNvPr id="4" name="Image 0" descr="C:/Users/rhe95/AppData/Local/Temp/claude/F--Claude-Proj-minimcp-test/ff873341-bd31-4521-a8a1-277acf951a14/scratchpad/crops/layer_m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5577840" cy="3694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37960" y="160020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Cross-pool transfer peaks mid-network: 0.931 at layer 22 against 0.366 at the final layer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20–30 are a plateau, not a knife edge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final-layer drop is a duplex-training artefact: it overwrites the late-layer last-token readout, and on audio input it does not happen at all (0.936)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is worse: layer 10 gives 0.794, and below half depth the representation is still modality-specific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94360" y="53492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= MiniCPM-o 4.5 (deployed target), red = its raw text backbone.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the decision is early, and it is the best 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quality against decision time, layer by layer.</a:t>
            </a:r>
            <a:endParaRPr lang="en-US" sz="1400" dirty="0"/>
          </a:p>
        </p:txBody>
      </p:sp>
      <p:pic>
        <p:nvPicPr>
          <p:cNvPr id="4" name="Image 0" descr="F:/Claude_Proj/minimcp_test/interactive_paper/figures/fork_pa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63040"/>
            <a:ext cx="10241280" cy="3721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5349240"/>
            <a:ext cx="11000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22's hidden state is ready at 57% of prefill and is also the quality peak: 0.866 against 0.835 at the final layer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End-of-turn read beats per-chunk reads (0.887 against 0.764); last token beats mean-pooling at the deployed layer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00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open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932688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 works and transfers; these are the next questions.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100023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calibration data is enough? 360 queries today; 500–1000 per pool across more model families is the clearest lever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thresholds rescale themselves per domain, so one budget knob means the same thing everywhere?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read point during decode, for errors that only appear while the model is answering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expert mid-utterance? Semantic completeness is 0.07 / 0.19 / 0.51 at a quarter, half and three quarters of the words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at scale: compliance with an injected expert answer rises with the gate score, 0.42 → 0.75 across score quartiles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layer story hold on another duplex family? A pre-registered prediction, waiting on the next open-weight release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Knowing when to hand off</dc:title>
  <dc:subject>PptxGenJS Presentation</dc:subject>
  <dc:creator>escalation gate project</dc:creator>
  <cp:lastModifiedBy>escalation gate project</cp:lastModifiedBy>
  <cp:revision>1</cp:revision>
  <dcterms:created xsi:type="dcterms:W3CDTF">2026-08-13T04:32:22Z</dcterms:created>
  <dcterms:modified xsi:type="dcterms:W3CDTF">2026-08-13T04:32:22Z</dcterms:modified>
</cp:coreProperties>
</file>